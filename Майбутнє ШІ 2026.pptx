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Майбутнє штучного інтелекту у 2026 році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Що чекає на людство після технологічних проривів 2025 року?</a:t>
            </a:r>
          </a:p>
          <a:p/>
          <a:p>
            <a:r>
              <a:t>У цій презентації розглянуто ключові тренди, ризики та перспективи розвитку ШІ.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Чому 2025 став переломним роком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Стрімкий розвиток генеративних моделей</a:t>
            </a:r>
          </a:p>
          <a:p>
            <a:r>
              <a:t>• Поява автономних AI-агентів</a:t>
            </a:r>
          </a:p>
          <a:p>
            <a:r>
              <a:t>• Масове впровадження ШІ у бізнесі та державному секторі</a:t>
            </a:r>
          </a:p>
          <a:p>
            <a:r>
              <a:t>• Значне зниження вартості AI-рішень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Автономні AI-агенти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Автономні агенти — це системи, які можуть:</a:t>
            </a:r>
          </a:p>
          <a:p>
            <a:r>
              <a:t>• Самостійно ставити цілі</a:t>
            </a:r>
          </a:p>
          <a:p>
            <a:r>
              <a:t>• Планувати дії</a:t>
            </a:r>
          </a:p>
          <a:p>
            <a:r>
              <a:t>• Виконувати складні завдання без втручання людини</a:t>
            </a:r>
          </a:p>
          <a:p/>
          <a:p>
            <a:r>
              <a:t>У 2026 році вони активно використовуватимуться в IT, фінансах, логістиці та аналізі даних.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Переваги автономних агентів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Економія часу та ресурсів</a:t>
            </a:r>
          </a:p>
          <a:p>
            <a:r>
              <a:t>• Підвищення продуктивності праці</a:t>
            </a:r>
          </a:p>
          <a:p>
            <a:r>
              <a:t>• Зменшення кількості людських помилок</a:t>
            </a:r>
          </a:p>
          <a:p/>
          <a:p>
            <a:r>
              <a:t>Проте вони потребують контролю та етичних обмежень.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у бізнесі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 2026 році ШІ стане стандартом для бізнесу:</a:t>
            </a:r>
          </a:p>
          <a:p>
            <a:r>
              <a:t>• Чат-боти та віртуальні консультанти</a:t>
            </a:r>
          </a:p>
          <a:p>
            <a:r>
              <a:t>• Прогнозування попиту та продажів</a:t>
            </a:r>
          </a:p>
          <a:p>
            <a:r>
              <a:t>• Персоналізація сервісів</a:t>
            </a:r>
          </a:p>
          <a:p>
            <a:r>
              <a:t>• Автоматизація рутинних процесів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Економічний ефект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Зниження витрат компаній</a:t>
            </a:r>
          </a:p>
          <a:p>
            <a:r>
              <a:t>• Поява нових професій</a:t>
            </a:r>
          </a:p>
          <a:p>
            <a:r>
              <a:t>• Зникнення частини рутинних спеціальностей</a:t>
            </a:r>
          </a:p>
          <a:p/>
          <a:p>
            <a:r>
              <a:t>Це вимагатиме перекваліфікації працівників.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Здешевлення AI-сервісів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Зниження цін на API та обчислення на 60–80%</a:t>
            </a:r>
          </a:p>
          <a:p>
            <a:r>
              <a:t>• Доступність ШІ для малого бізнесу</a:t>
            </a:r>
          </a:p>
          <a:p>
            <a:r>
              <a:t>• Активне використання в освіті та стартапах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Нові горизонти 2026 року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Персональні AI-помічники для кожної людини</a:t>
            </a:r>
          </a:p>
          <a:p>
            <a:r>
              <a:t>• ШІ у медицині (діагностика, аналіз знімків)</a:t>
            </a:r>
          </a:p>
          <a:p>
            <a:r>
              <a:t>• Розумні міста та транспорт</a:t>
            </a:r>
          </a:p>
          <a:p>
            <a:r>
              <a:t>• Поєднання ШІ з робототехнікою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Ризики та виклики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Втрата робочих місць</a:t>
            </a:r>
          </a:p>
          <a:p>
            <a:r>
              <a:t>• Залежність людей від ШІ</a:t>
            </a:r>
          </a:p>
          <a:p>
            <a:r>
              <a:t>• Проблеми конфіденційності даних</a:t>
            </a:r>
          </a:p>
          <a:p>
            <a:r>
              <a:t>• Можливі помилки автономних систем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Висновок і власна думка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 мою думку, 2026 рік стане етапом масового і повсякденного використання ШІ.</a:t>
            </a:r>
          </a:p>
          <a:p/>
          <a:p>
            <a:r>
              <a:t>Штучний інтелект може значно покращити якість життя, але лише за умови відповідального використання.</a:t>
            </a:r>
          </a:p>
          <a:p>
            <a:r>
              <a:t>Людство має контролювати розвиток ШІ, поєднуючи інновації з етикою, безпекою та освітою.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